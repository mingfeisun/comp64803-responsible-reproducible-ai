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194560" y="2315845"/>
            <a:ext cx="7802880" cy="2030095"/>
          </a:xfrm>
          <a:prstGeom prst="rect">
            <a:avLst/>
          </a:prstGeom>
          <a:noFill/>
        </p:spPr>
        <p:txBody>
          <a:bodyPr wrap="square" rtlCol="0">
            <a:spAutoFit/>
          </a:bodyPr>
          <a:p>
            <a:pPr algn="ctr"/>
            <a:r>
              <a:rPr lang="en-US" altLang="zh-CN" sz="3600" b="1"/>
              <a:t>5 ways to writter better Python</a:t>
            </a:r>
            <a:endParaRPr lang="en-US" altLang="zh-CN" sz="3600" b="1"/>
          </a:p>
          <a:p>
            <a:endParaRPr lang="en-US" altLang="zh-CN"/>
          </a:p>
          <a:p>
            <a:endParaRPr lang="en-US" altLang="zh-CN"/>
          </a:p>
          <a:p>
            <a:endParaRPr lang="en-US" altLang="zh-CN"/>
          </a:p>
          <a:p>
            <a:endParaRPr lang="en-US" altLang="zh-CN"/>
          </a:p>
          <a:p>
            <a:r>
              <a:rPr lang="en-US" altLang="zh-CN"/>
              <a:t>--Nian Ran</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9270" y="648970"/>
            <a:ext cx="10100945" cy="4363085"/>
          </a:xfrm>
          <a:prstGeom prst="rect">
            <a:avLst/>
          </a:prstGeom>
          <a:noFill/>
        </p:spPr>
        <p:txBody>
          <a:bodyPr wrap="square" rtlCol="0">
            <a:noAutofit/>
          </a:bodyPr>
          <a:p>
            <a:pPr algn="l"/>
            <a:r>
              <a:rPr lang="en-US" altLang="zh-CN"/>
              <a:t>1. Check and print everything to make sure the code is exactly doing what you expect</a:t>
            </a:r>
            <a:endParaRPr lang="en-US" altLang="zh-CN"/>
          </a:p>
          <a:p>
            <a:pPr algn="l"/>
            <a:endParaRPr lang="en-US" altLang="zh-CN"/>
          </a:p>
          <a:p>
            <a:pPr algn="l"/>
            <a:r>
              <a:rPr lang="en-US" altLang="zh-CN"/>
              <a:t>2. Use a config file to store the configuration</a:t>
            </a:r>
            <a:endParaRPr lang="en-US" altLang="zh-CN"/>
          </a:p>
          <a:p>
            <a:pPr algn="l"/>
            <a:endParaRPr lang="en-US" altLang="zh-CN"/>
          </a:p>
          <a:p>
            <a:pPr algn="l"/>
            <a:r>
              <a:rPr lang="en-US" altLang="zh-CN"/>
              <a:t>3. Use a factory to create items </a:t>
            </a:r>
            <a:endParaRPr lang="en-US" altLang="zh-CN"/>
          </a:p>
          <a:p>
            <a:pPr algn="l"/>
            <a:endParaRPr lang="en-US" altLang="zh-CN"/>
          </a:p>
          <a:p>
            <a:pPr algn="l"/>
            <a:r>
              <a:rPr lang="en-US" altLang="zh-CN"/>
              <a:t>4. Recording the version of libraries installed</a:t>
            </a:r>
            <a:endParaRPr lang="en-US" altLang="zh-CN"/>
          </a:p>
          <a:p>
            <a:pPr algn="l"/>
            <a:endParaRPr lang="en-US" altLang="zh-CN"/>
          </a:p>
          <a:p>
            <a:pPr algn="l"/>
            <a:r>
              <a:rPr lang="en-US" altLang="zh-CN"/>
              <a:t>5. Remember to save or commit your code very frequently when working on a remote machine</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9270" y="648970"/>
            <a:ext cx="10100945" cy="4363085"/>
          </a:xfrm>
          <a:prstGeom prst="rect">
            <a:avLst/>
          </a:prstGeom>
          <a:noFill/>
        </p:spPr>
        <p:txBody>
          <a:bodyPr wrap="square" rtlCol="0">
            <a:noAutofit/>
          </a:bodyPr>
          <a:p>
            <a:pPr algn="l"/>
            <a:r>
              <a:rPr lang="en-US" altLang="zh-CN" b="1"/>
              <a:t>1. Check and print everything to make sure the code is exactly doing what you expect</a:t>
            </a:r>
            <a:endParaRPr lang="en-US" altLang="zh-CN" b="1"/>
          </a:p>
          <a:p>
            <a:pPr algn="l"/>
            <a:endParaRPr lang="en-US" altLang="zh-CN"/>
          </a:p>
          <a:p>
            <a:pPr algn="l"/>
            <a:r>
              <a:rPr lang="en-US" altLang="zh-CN"/>
              <a:t>- print, save logs to a file, using debugger, do a quick test in python file or notebook file, check the correctness when coding for a big project. </a:t>
            </a:r>
            <a:endParaRPr lang="en-US" altLang="zh-CN"/>
          </a:p>
        </p:txBody>
      </p:sp>
      <p:pic>
        <p:nvPicPr>
          <p:cNvPr id="2" name="图片 1"/>
          <p:cNvPicPr>
            <a:picLocks noChangeAspect="1"/>
          </p:cNvPicPr>
          <p:nvPr/>
        </p:nvPicPr>
        <p:blipFill>
          <a:blip r:embed="rId1"/>
          <a:stretch>
            <a:fillRect/>
          </a:stretch>
        </p:blipFill>
        <p:spPr>
          <a:xfrm>
            <a:off x="572770" y="5251450"/>
            <a:ext cx="4638675" cy="933450"/>
          </a:xfrm>
          <a:prstGeom prst="rect">
            <a:avLst/>
          </a:prstGeom>
        </p:spPr>
      </p:pic>
      <p:pic>
        <p:nvPicPr>
          <p:cNvPr id="3" name="图片 2"/>
          <p:cNvPicPr>
            <a:picLocks noChangeAspect="1"/>
          </p:cNvPicPr>
          <p:nvPr/>
        </p:nvPicPr>
        <p:blipFill>
          <a:blip r:embed="rId2"/>
          <a:stretch>
            <a:fillRect/>
          </a:stretch>
        </p:blipFill>
        <p:spPr>
          <a:xfrm>
            <a:off x="572770" y="2105025"/>
            <a:ext cx="3333750" cy="2647950"/>
          </a:xfrm>
          <a:prstGeom prst="rect">
            <a:avLst/>
          </a:prstGeom>
        </p:spPr>
      </p:pic>
      <p:pic>
        <p:nvPicPr>
          <p:cNvPr id="5" name="图片 4"/>
          <p:cNvPicPr>
            <a:picLocks noChangeAspect="1"/>
          </p:cNvPicPr>
          <p:nvPr/>
        </p:nvPicPr>
        <p:blipFill>
          <a:blip r:embed="rId3"/>
          <a:stretch>
            <a:fillRect/>
          </a:stretch>
        </p:blipFill>
        <p:spPr>
          <a:xfrm>
            <a:off x="6096000" y="2105025"/>
            <a:ext cx="4791075" cy="2800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9270" y="648970"/>
            <a:ext cx="10100945" cy="4363085"/>
          </a:xfrm>
          <a:prstGeom prst="rect">
            <a:avLst/>
          </a:prstGeom>
          <a:noFill/>
        </p:spPr>
        <p:txBody>
          <a:bodyPr wrap="square" rtlCol="0">
            <a:noAutofit/>
          </a:bodyPr>
          <a:p>
            <a:pPr algn="l"/>
            <a:r>
              <a:rPr lang="en-US" altLang="zh-CN" b="1">
                <a:sym typeface="+mn-ea"/>
              </a:rPr>
              <a:t>2. Use a config file to store the configuration</a:t>
            </a:r>
            <a:endParaRPr lang="en-US" altLang="zh-CN" b="1"/>
          </a:p>
          <a:p>
            <a:pPr algn="l"/>
            <a:endParaRPr lang="en-US" altLang="zh-CN"/>
          </a:p>
          <a:p>
            <a:pPr algn="l"/>
            <a:r>
              <a:rPr lang="en-US" altLang="zh-CN"/>
              <a:t>- A config file makes your easy to manage especailly when it grows large. Also good for experiments recordings, history recordings.  .yaml, .json, .pkl etc. </a:t>
            </a:r>
            <a:endParaRPr lang="en-US" altLang="zh-CN"/>
          </a:p>
        </p:txBody>
      </p:sp>
      <p:pic>
        <p:nvPicPr>
          <p:cNvPr id="6" name="图片 5"/>
          <p:cNvPicPr>
            <a:picLocks noChangeAspect="1"/>
          </p:cNvPicPr>
          <p:nvPr/>
        </p:nvPicPr>
        <p:blipFill>
          <a:blip r:embed="rId1"/>
          <a:stretch>
            <a:fillRect/>
          </a:stretch>
        </p:blipFill>
        <p:spPr>
          <a:xfrm>
            <a:off x="350520" y="2036445"/>
            <a:ext cx="4009390" cy="3829050"/>
          </a:xfrm>
          <a:prstGeom prst="rect">
            <a:avLst/>
          </a:prstGeom>
        </p:spPr>
      </p:pic>
      <p:sp>
        <p:nvSpPr>
          <p:cNvPr id="7" name="文本框 6"/>
          <p:cNvSpPr txBox="1"/>
          <p:nvPr/>
        </p:nvSpPr>
        <p:spPr>
          <a:xfrm>
            <a:off x="865505" y="6226175"/>
            <a:ext cx="2472690" cy="368300"/>
          </a:xfrm>
          <a:prstGeom prst="rect">
            <a:avLst/>
          </a:prstGeom>
          <a:noFill/>
        </p:spPr>
        <p:txBody>
          <a:bodyPr wrap="square" rtlCol="0">
            <a:spAutoFit/>
          </a:bodyPr>
          <a:p>
            <a:r>
              <a:rPr lang="en-US" altLang="zh-CN"/>
              <a:t>yaml config file</a:t>
            </a:r>
            <a:endParaRPr lang="en-US" altLang="zh-CN"/>
          </a:p>
        </p:txBody>
      </p:sp>
      <p:pic>
        <p:nvPicPr>
          <p:cNvPr id="8" name="图片 7"/>
          <p:cNvPicPr>
            <a:picLocks noChangeAspect="1"/>
          </p:cNvPicPr>
          <p:nvPr/>
        </p:nvPicPr>
        <p:blipFill>
          <a:blip r:embed="rId2"/>
          <a:stretch>
            <a:fillRect/>
          </a:stretch>
        </p:blipFill>
        <p:spPr>
          <a:xfrm>
            <a:off x="4359910" y="2034540"/>
            <a:ext cx="4048760" cy="3830955"/>
          </a:xfrm>
          <a:prstGeom prst="rect">
            <a:avLst/>
          </a:prstGeom>
        </p:spPr>
      </p:pic>
      <p:sp>
        <p:nvSpPr>
          <p:cNvPr id="9" name="文本框 8"/>
          <p:cNvSpPr txBox="1"/>
          <p:nvPr/>
        </p:nvSpPr>
        <p:spPr>
          <a:xfrm>
            <a:off x="5233035" y="6160770"/>
            <a:ext cx="2472690" cy="368300"/>
          </a:xfrm>
          <a:prstGeom prst="rect">
            <a:avLst/>
          </a:prstGeom>
          <a:noFill/>
        </p:spPr>
        <p:txBody>
          <a:bodyPr wrap="square" rtlCol="0">
            <a:spAutoFit/>
          </a:bodyPr>
          <a:p>
            <a:r>
              <a:rPr lang="en-US" altLang="zh-CN"/>
              <a:t>a simple config loader</a:t>
            </a:r>
            <a:endParaRPr lang="en-US" altLang="zh-CN"/>
          </a:p>
        </p:txBody>
      </p:sp>
      <p:pic>
        <p:nvPicPr>
          <p:cNvPr id="10" name="图片 9"/>
          <p:cNvPicPr>
            <a:picLocks noChangeAspect="1"/>
          </p:cNvPicPr>
          <p:nvPr/>
        </p:nvPicPr>
        <p:blipFill>
          <a:blip r:embed="rId3"/>
          <a:stretch>
            <a:fillRect/>
          </a:stretch>
        </p:blipFill>
        <p:spPr>
          <a:xfrm>
            <a:off x="6963410" y="3218815"/>
            <a:ext cx="5033010" cy="715645"/>
          </a:xfrm>
          <a:prstGeom prst="rect">
            <a:avLst/>
          </a:prstGeom>
        </p:spPr>
      </p:pic>
      <p:sp>
        <p:nvSpPr>
          <p:cNvPr id="11" name="文本框 10"/>
          <p:cNvSpPr txBox="1"/>
          <p:nvPr/>
        </p:nvSpPr>
        <p:spPr>
          <a:xfrm>
            <a:off x="8676005" y="4162425"/>
            <a:ext cx="2472690" cy="368300"/>
          </a:xfrm>
          <a:prstGeom prst="rect">
            <a:avLst/>
          </a:prstGeom>
          <a:noFill/>
        </p:spPr>
        <p:txBody>
          <a:bodyPr wrap="square" rtlCol="0">
            <a:spAutoFit/>
          </a:bodyPr>
          <a:p>
            <a:r>
              <a:rPr lang="en-US" altLang="zh-CN"/>
              <a:t>get the parameters</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9270" y="648970"/>
            <a:ext cx="10100945" cy="4363085"/>
          </a:xfrm>
          <a:prstGeom prst="rect">
            <a:avLst/>
          </a:prstGeom>
          <a:noFill/>
        </p:spPr>
        <p:txBody>
          <a:bodyPr wrap="square" rtlCol="0">
            <a:noAutofit/>
          </a:bodyPr>
          <a:p>
            <a:pPr algn="l"/>
            <a:r>
              <a:rPr lang="en-US" altLang="zh-CN" b="1">
                <a:sym typeface="+mn-ea"/>
              </a:rPr>
              <a:t>3. Use a factory to create items </a:t>
            </a:r>
            <a:endParaRPr lang="en-US" altLang="zh-CN" b="1"/>
          </a:p>
          <a:p>
            <a:pPr algn="l"/>
            <a:endParaRPr lang="en-US" altLang="zh-CN"/>
          </a:p>
          <a:p>
            <a:pPr algn="l"/>
            <a:r>
              <a:rPr lang="en-US" altLang="zh-CN"/>
              <a:t>- Particularly useful when you use an objective over multiple different files. The factory can store many attributes that are from different resources, and then you can create items with least information.</a:t>
            </a:r>
            <a:endParaRPr lang="en-US" altLang="zh-CN"/>
          </a:p>
        </p:txBody>
      </p:sp>
      <p:pic>
        <p:nvPicPr>
          <p:cNvPr id="2" name="图片 1"/>
          <p:cNvPicPr>
            <a:picLocks noChangeAspect="1"/>
          </p:cNvPicPr>
          <p:nvPr/>
        </p:nvPicPr>
        <p:blipFill>
          <a:blip r:embed="rId1"/>
          <a:stretch>
            <a:fillRect/>
          </a:stretch>
        </p:blipFill>
        <p:spPr>
          <a:xfrm>
            <a:off x="610235" y="2520950"/>
            <a:ext cx="5266690" cy="3054985"/>
          </a:xfrm>
          <a:prstGeom prst="rect">
            <a:avLst/>
          </a:prstGeom>
        </p:spPr>
      </p:pic>
      <p:pic>
        <p:nvPicPr>
          <p:cNvPr id="3" name="图片 2"/>
          <p:cNvPicPr>
            <a:picLocks noChangeAspect="1"/>
          </p:cNvPicPr>
          <p:nvPr/>
        </p:nvPicPr>
        <p:blipFill>
          <a:blip r:embed="rId2"/>
          <a:stretch>
            <a:fillRect/>
          </a:stretch>
        </p:blipFill>
        <p:spPr>
          <a:xfrm>
            <a:off x="6503035" y="4328795"/>
            <a:ext cx="4276725" cy="361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9270" y="648970"/>
            <a:ext cx="10100945" cy="4363085"/>
          </a:xfrm>
          <a:prstGeom prst="rect">
            <a:avLst/>
          </a:prstGeom>
          <a:noFill/>
        </p:spPr>
        <p:txBody>
          <a:bodyPr wrap="square" rtlCol="0">
            <a:noAutofit/>
          </a:bodyPr>
          <a:p>
            <a:pPr algn="l"/>
            <a:r>
              <a:rPr lang="en-US" altLang="zh-CN" b="1">
                <a:sym typeface="+mn-ea"/>
              </a:rPr>
              <a:t>4. Recording the version of libraries installed</a:t>
            </a:r>
            <a:endParaRPr lang="en-US" altLang="zh-CN" b="1"/>
          </a:p>
          <a:p>
            <a:pPr algn="l"/>
            <a:endParaRPr lang="en-US" altLang="zh-CN"/>
          </a:p>
          <a:p>
            <a:pPr algn="l"/>
            <a:r>
              <a:rPr lang="en-US" altLang="zh-CN"/>
              <a:t>- A good habbit. The compatibility is fragile, when you install a new library, you may break the current dependence, careful with the installations and always maintain a good requirements.txt in case of any accidents in the environments. </a:t>
            </a:r>
            <a:endParaRPr lang="en-US" altLang="zh-CN"/>
          </a:p>
        </p:txBody>
      </p:sp>
      <p:pic>
        <p:nvPicPr>
          <p:cNvPr id="5" name="图片 4"/>
          <p:cNvPicPr>
            <a:picLocks noChangeAspect="1"/>
          </p:cNvPicPr>
          <p:nvPr/>
        </p:nvPicPr>
        <p:blipFill>
          <a:blip r:embed="rId1"/>
          <a:stretch>
            <a:fillRect/>
          </a:stretch>
        </p:blipFill>
        <p:spPr>
          <a:xfrm>
            <a:off x="834390" y="2480945"/>
            <a:ext cx="2152650" cy="2152650"/>
          </a:xfrm>
          <a:prstGeom prst="rect">
            <a:avLst/>
          </a:prstGeom>
        </p:spPr>
      </p:pic>
      <p:pic>
        <p:nvPicPr>
          <p:cNvPr id="7" name="图片 6"/>
          <p:cNvPicPr>
            <a:picLocks noChangeAspect="1"/>
          </p:cNvPicPr>
          <p:nvPr/>
        </p:nvPicPr>
        <p:blipFill>
          <a:blip r:embed="rId2"/>
          <a:stretch>
            <a:fillRect/>
          </a:stretch>
        </p:blipFill>
        <p:spPr>
          <a:xfrm>
            <a:off x="3943985" y="2480945"/>
            <a:ext cx="6210300" cy="2409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9270" y="648970"/>
            <a:ext cx="10100945" cy="4363085"/>
          </a:xfrm>
          <a:prstGeom prst="rect">
            <a:avLst/>
          </a:prstGeom>
          <a:noFill/>
        </p:spPr>
        <p:txBody>
          <a:bodyPr wrap="square" rtlCol="0">
            <a:noAutofit/>
          </a:bodyPr>
          <a:p>
            <a:pPr algn="l"/>
            <a:r>
              <a:rPr lang="en-US" altLang="zh-CN" b="1">
                <a:sym typeface="+mn-ea"/>
              </a:rPr>
              <a:t>5. Remember to save or commit your code very frequently when working on a remote machine</a:t>
            </a:r>
            <a:endParaRPr lang="en-US" altLang="zh-CN" b="1"/>
          </a:p>
          <a:p>
            <a:pPr algn="l"/>
            <a:endParaRPr lang="en-US" altLang="zh-CN"/>
          </a:p>
          <a:p>
            <a:pPr algn="l"/>
            <a:r>
              <a:rPr lang="en-US" altLang="zh-CN"/>
              <a:t>- Careful, remote machine can be down in anytime, make sure our work is always back up when working on a remote machine, use a cloud storage when training models instead of storing locally on the machine.</a:t>
            </a:r>
            <a:endParaRPr lang="en-US" altLang="zh-CN"/>
          </a:p>
          <a:p>
            <a:pPr algn="l"/>
            <a:endParaRPr lang="en-US" altLang="zh-CN"/>
          </a:p>
          <a:p>
            <a:pPr algn="l"/>
            <a:r>
              <a:rPr lang="en-US" altLang="zh-CN"/>
              <a:t>github to store code, cloud storage like Microsoft Blob, Wandb, </a:t>
            </a:r>
            <a:endParaRPr lang="en-US" altLang="zh-CN"/>
          </a:p>
        </p:txBody>
      </p:sp>
      <p:pic>
        <p:nvPicPr>
          <p:cNvPr id="2" name="图片 1"/>
          <p:cNvPicPr>
            <a:picLocks noChangeAspect="1"/>
          </p:cNvPicPr>
          <p:nvPr/>
        </p:nvPicPr>
        <p:blipFill>
          <a:blip r:embed="rId1"/>
          <a:stretch>
            <a:fillRect/>
          </a:stretch>
        </p:blipFill>
        <p:spPr>
          <a:xfrm>
            <a:off x="961390" y="3429000"/>
            <a:ext cx="4371975" cy="800100"/>
          </a:xfrm>
          <a:prstGeom prst="rect">
            <a:avLst/>
          </a:prstGeom>
        </p:spPr>
      </p:pic>
      <p:pic>
        <p:nvPicPr>
          <p:cNvPr id="3" name="图片 2"/>
          <p:cNvPicPr>
            <a:picLocks noChangeAspect="1"/>
          </p:cNvPicPr>
          <p:nvPr/>
        </p:nvPicPr>
        <p:blipFill>
          <a:blip r:embed="rId2"/>
          <a:stretch>
            <a:fillRect/>
          </a:stretch>
        </p:blipFill>
        <p:spPr>
          <a:xfrm>
            <a:off x="4592955" y="3552825"/>
            <a:ext cx="2657475" cy="676275"/>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1711</Words>
  <Application>WPS 演示</Application>
  <PresentationFormat>宽屏</PresentationFormat>
  <Paragraphs>45</Paragraphs>
  <Slides>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Arial</vt:lpstr>
      <vt:lpstr>宋体</vt:lpstr>
      <vt:lpstr>Wingdings</vt:lpstr>
      <vt:lpstr>Arial Unicode MS</vt:lpstr>
      <vt:lpstr>Calibri</vt:lpstr>
      <vt:lpstr>微软雅黑</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冉念</dc:creator>
  <cp:lastModifiedBy>长个长个子</cp:lastModifiedBy>
  <cp:revision>6</cp:revision>
  <dcterms:created xsi:type="dcterms:W3CDTF">2023-08-09T12:44:00Z</dcterms:created>
  <dcterms:modified xsi:type="dcterms:W3CDTF">2025-11-10T20:40:14Z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D65FEC82899E4A7F82C65BB373EAD14A_12</vt:lpwstr>
  </property>
</Properties>
</file>