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3410" y="1499295"/>
            <a:ext cx="4877181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Python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51739" y="2306985"/>
            <a:ext cx="504052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Essential Techniques for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48597" y="3320355"/>
            <a:ext cx="40466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Better, More Maintainable Python Code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-91440" y="44196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• Today's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ac673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533400"/>
            <a:ext cx="4051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81000" y="1219200"/>
            <a:ext cx="4663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90600" y="1319213"/>
            <a:ext cx="6002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Comprehensions &amp; Generators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Efficient loops &amp; memory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1000" y="1943100"/>
            <a:ext cx="4663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90600" y="2043113"/>
            <a:ext cx="42896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Managers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Resource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1000" y="2667000"/>
            <a:ext cx="4663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90600" y="2767013"/>
            <a:ext cx="444787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Hints &amp; Validation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Catching bugs early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1000" y="3390900"/>
            <a:ext cx="4663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90600" y="3490913"/>
            <a:ext cx="377826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itertools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Memory-efficient processing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1000" y="4114800"/>
            <a:ext cx="4663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90600" y="4214813"/>
            <a:ext cx="3911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&amp; Logging</a:t>
            </a:r>
            <a:pPr algn="l" indent="0" marL="0">
              <a:lnSpc>
                <a:spcPts val="2925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Better debugging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6370" y="190500"/>
            <a:ext cx="3458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pic>
        <p:nvPicPr>
          <p:cNvPr id="3" name="Image 0" descr="/tmp/rasterized-gradient-e9ff72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33400"/>
            <a:ext cx="6548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Comprehensions &amp; Generators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81000" y="1806922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Them?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1000" y="2233613"/>
            <a:ext cx="4038600" cy="1333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Pythonic: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Cleaner, more readable code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Faster: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2x faster than loops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Efficient: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Generators use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less memory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0" y="3719512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1000" y="4146203"/>
            <a:ext cx="4038600" cy="3333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preprocessing, filtering, large datasets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24400" y="1681163"/>
            <a:ext cx="4038600" cy="838200"/>
          </a:xfrm>
          <a:prstGeom prst="roundRect">
            <a:avLst>
              <a:gd name="adj" fmla="val 909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76800" y="18335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List comprehension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76800" y="207168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squares = [x**2 for x in range(10)]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24400" y="2595563"/>
            <a:ext cx="4038600" cy="1095375"/>
          </a:xfrm>
          <a:prstGeom prst="roundRect">
            <a:avLst>
              <a:gd name="adj" fmla="val 695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6800" y="27479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With filtering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76800" y="298608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= [x**2 for x in range(10)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81600" y="3281363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x % 2 == 0]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24400" y="3767138"/>
            <a:ext cx="4038600" cy="838200"/>
          </a:xfrm>
          <a:prstGeom prst="roundRect">
            <a:avLst>
              <a:gd name="adj" fmla="val 909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76800" y="391953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Generator (lazy evaluation)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4157663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= (x**2 for x in range(1000000))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6370" y="190500"/>
            <a:ext cx="3458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pic>
        <p:nvPicPr>
          <p:cNvPr id="3" name="Image 0" descr="/tmp/rasterized-gradient-7db7df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33400"/>
            <a:ext cx="66745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Managers (with statements)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81000" y="1896368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1000" y="2323058"/>
            <a:ext cx="4038600" cy="107632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Cleanup: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Resources always close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Safe: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Cleanup even if exceptions occur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resource lifecycle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0" y="3627983"/>
            <a:ext cx="4038600" cy="762000"/>
          </a:xfrm>
          <a:prstGeom prst="roundRect">
            <a:avLst>
              <a:gd name="adj" fmla="val 500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0050" y="3627983"/>
            <a:ext cx="0" cy="76200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378038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Research: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resource leaks in long-running experiments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24400" y="1457325"/>
            <a:ext cx="4038600" cy="1428750"/>
          </a:xfrm>
          <a:prstGeom prst="roundRect">
            <a:avLst>
              <a:gd name="adj" fmla="val 533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76800" y="160972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File handling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76800" y="1847850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open('data.txt', 'r') as f: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81600" y="2143125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= f.read()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76800" y="2438400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File auto-closed here!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24400" y="2962275"/>
            <a:ext cx="4038600" cy="1866900"/>
          </a:xfrm>
          <a:prstGeom prst="roundRect">
            <a:avLst>
              <a:gd name="adj" fmla="val 408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6800" y="311467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Custom timer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3352800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@contextmanager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76800" y="3648075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timer(name):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181600" y="3905250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= time.time()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181600" y="4162425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81600" y="4419600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print(f"{name}: {time.time()-start}s")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6370" y="190500"/>
            <a:ext cx="3458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pic>
        <p:nvPicPr>
          <p:cNvPr id="3" name="Image 0" descr="/tmp/rasterized-gradient-05e853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33400"/>
            <a:ext cx="5246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Hints &amp; Data Validation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81000" y="1621185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Type Hints?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4038600" cy="17049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Self-Documenting: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explains itself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Support: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Better autocomplete &amp; suggestions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Bug Detection: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Catch errors before runtime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interfaces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0" y="3905250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Validation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1000" y="4331940"/>
            <a:ext cx="4038600" cy="3333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data at runtime, prevents pipeline bugs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24400" y="1457325"/>
            <a:ext cx="4038600" cy="1609725"/>
          </a:xfrm>
          <a:prstGeom prst="roundRect">
            <a:avLst>
              <a:gd name="adj" fmla="val 473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76800" y="160972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Type hints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76800" y="1847850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process(data: List[float],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81600" y="2143125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float = 0.5)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81600" y="2400300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List[float]: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181600" y="2657475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[x for x in data if x &gt; threshold]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24400" y="3143250"/>
            <a:ext cx="4038600" cy="1685925"/>
          </a:xfrm>
          <a:prstGeom prst="roundRect">
            <a:avLst>
              <a:gd name="adj" fmla="val 452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6800" y="329565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Pydantic validation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3533775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Config(BaseModel):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181600" y="3829050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float = Field(gt=0, le=1)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181600" y="4086225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batch_size: int = Field(ge=1)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876800" y="4419600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Validates at creation time!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6370" y="190500"/>
            <a:ext cx="3458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pic>
        <p:nvPicPr>
          <p:cNvPr id="3" name="Image 0" descr="/tmp/rasterized-gradient-a00f41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33400"/>
            <a:ext cx="7325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itertools – Memory-Efficient Processing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81000" y="1891605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1000" y="2318296"/>
            <a:ext cx="4038600" cy="20764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combinations/permutations: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Experimental design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sequential data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multiple datasets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islice: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 slicing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large datasets &amp; batch processing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24400" y="1547813"/>
            <a:ext cx="4038600" cy="2019300"/>
          </a:xfrm>
          <a:prstGeom prst="roundRect">
            <a:avLst>
              <a:gd name="adj" fmla="val 377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76800" y="17002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Experimental design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76800" y="1938337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= [20, 25, 30]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76800" y="2233613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ph_levels = [6.5, 7.0, 7.5]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76800" y="256698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t, ph in product(temps, ph_levels):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81600" y="2824163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run_experiment(t, ph)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76800" y="315753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Creates all 9 conditions!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24400" y="3643313"/>
            <a:ext cx="4038600" cy="1095375"/>
          </a:xfrm>
          <a:prstGeom prst="roundRect">
            <a:avLst>
              <a:gd name="adj" fmla="val 695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76800" y="37957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Batch processing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76800" y="4033837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batch in batches(large_data, 100):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181600" y="4329113"/>
            <a:ext cx="3497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process(batch)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6370" y="190500"/>
            <a:ext cx="3458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pic>
        <p:nvPicPr>
          <p:cNvPr id="3" name="Image 0" descr="/tmp/rasterized-gradient-acbe87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33400"/>
            <a:ext cx="4051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&amp; Logging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81000" y="1749772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F-strings (Python 3.6+)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81000" y="2176463"/>
            <a:ext cx="4038600" cy="107632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string formatting method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readable: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Variables inline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mode: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{variable=}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0" y="3405188"/>
            <a:ext cx="4119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vs Print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1000" y="3831878"/>
            <a:ext cx="4038600" cy="7048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outputs,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filtering by severity level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production code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24400" y="1547813"/>
            <a:ext cx="4038600" cy="1762125"/>
          </a:xfrm>
          <a:prstGeom prst="roundRect">
            <a:avLst>
              <a:gd name="adj" fmla="val 432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76800" y="17002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F-strings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76800" y="1938337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= "ResNet"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76800" y="2233613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0.9567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76800" y="256698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print(f"{name}: {accuracy:.2%}")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76800" y="2862263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ResNet: 95.67%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24400" y="3386138"/>
            <a:ext cx="4038600" cy="1352550"/>
          </a:xfrm>
          <a:prstGeom prst="roundRect">
            <a:avLst>
              <a:gd name="adj" fmla="val 563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6800" y="353853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Logging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3776662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logger.info("Starting training")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76800" y="4071938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logger.warning("LR is high")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76800" y="4329113"/>
            <a:ext cx="3808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logger.error("Failed to load")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0a12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838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533400"/>
            <a:ext cx="4051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81000" y="1382167"/>
            <a:ext cx="8382000" cy="2550765"/>
          </a:xfrm>
          <a:prstGeom prst="roundRect">
            <a:avLst>
              <a:gd name="adj" fmla="val 298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382167"/>
            <a:ext cx="0" cy="255076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700" y="1610767"/>
            <a:ext cx="80444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Better Python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7700" y="1885057"/>
            <a:ext cx="7886700" cy="181927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comprehensions &amp; generators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efficiency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managers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resources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hints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catch bugs early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itertools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batch operations</a:t>
            </a:r>
            <a:endParaRPr lang="en-US" sz="1350" dirty="0"/>
          </a:p>
          <a:p>
            <a:pPr algn="l" marL="114300" indent="-114300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production code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1000" y="4161532"/>
            <a:ext cx="8382000" cy="742950"/>
          </a:xfrm>
          <a:prstGeom prst="roundRect">
            <a:avLst>
              <a:gd name="adj" fmla="val 1025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0352" y="439013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less memory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generators • 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faster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comprehensions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Python: 5 Essential Techniques</dc:title>
  <dc:subject>Python Best Practices for Research</dc:subject>
  <dc:creator>Python Course</dc:creator>
  <cp:lastModifiedBy>Python Course</cp:lastModifiedBy>
  <cp:revision>1</cp:revision>
  <dcterms:created xsi:type="dcterms:W3CDTF">2025-11-10T12:11:55Z</dcterms:created>
  <dcterms:modified xsi:type="dcterms:W3CDTF">2025-11-10T12:11:55Z</dcterms:modified>
</cp:coreProperties>
</file>