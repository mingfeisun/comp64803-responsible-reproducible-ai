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77823"/>
  </p:normalViewPr>
  <p:slideViewPr>
    <p:cSldViewPr snapToGrid="0">
      <p:cViewPr varScale="1">
        <p:scale>
          <a:sx n="99" d="100"/>
          <a:sy n="99" d="100"/>
        </p:scale>
        <p:origin x="10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E34BE-E223-1B47-BA38-5ECE911C760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85967-938C-CA4A-95E3-093561CA6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55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the code: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Cd /Users/user/Desktop/COMP64803-Responsible-Reproducible-AI/cohort-2026/</a:t>
            </a:r>
            <a:r>
              <a:rPr lang="en-US" dirty="0" err="1"/>
              <a:t>Rosa_Roberts</a:t>
            </a:r>
            <a:r>
              <a:rPr lang="en-US" dirty="0"/>
              <a:t>/</a:t>
            </a:r>
            <a:r>
              <a:rPr lang="en-US" dirty="0" err="1"/>
              <a:t>lyman_break_demo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Rm –rf output</a:t>
            </a:r>
          </a:p>
          <a:p>
            <a:pPr marL="171450" indent="-171450">
              <a:buFontTx/>
              <a:buChar char="-"/>
            </a:pPr>
            <a:r>
              <a:rPr lang="en-US" dirty="0"/>
              <a:t>./</a:t>
            </a:r>
            <a:r>
              <a:rPr lang="en-US" dirty="0" err="1"/>
              <a:t>build.sh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Docker </a:t>
            </a:r>
            <a:r>
              <a:rPr lang="en-US" dirty="0" err="1"/>
              <a:t>ps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Docker images</a:t>
            </a:r>
          </a:p>
          <a:p>
            <a:pPr marL="171450" indent="-171450">
              <a:buFontTx/>
              <a:buChar char="-"/>
            </a:pPr>
            <a:r>
              <a:rPr lang="en-US" dirty="0"/>
              <a:t>Time ./</a:t>
            </a:r>
            <a:r>
              <a:rPr lang="en-US" dirty="0" err="1"/>
              <a:t>run.sh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5967-938C-CA4A-95E3-093561CA64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understand items[</a:t>
            </a:r>
            <a:r>
              <a:rPr lang="en-US" dirty="0" err="1"/>
              <a:t>i</a:t>
            </a:r>
            <a:r>
              <a:rPr lang="en-US" dirty="0"/>
              <a:t>][1][0] the reader has to work out the structure in their head, the unpacked version shows the structure in the loop itself and gives every value a name. </a:t>
            </a:r>
          </a:p>
          <a:p>
            <a:endParaRPr lang="en-US" dirty="0"/>
          </a:p>
          <a:p>
            <a:r>
              <a:rPr lang="en-US" dirty="0"/>
              <a:t>A lot of my data is nested, a </a:t>
            </a:r>
            <a:r>
              <a:rPr lang="en-US" dirty="0" err="1"/>
              <a:t>dict</a:t>
            </a:r>
            <a:r>
              <a:rPr lang="en-US" dirty="0"/>
              <a:t> of bands where each band has a tuple of 2 arrays, you don’t want to index and plot the wrong thing, unpacking names each piece at the start of the loop. </a:t>
            </a:r>
          </a:p>
          <a:p>
            <a:endParaRPr lang="en-US" dirty="0"/>
          </a:p>
          <a:p>
            <a:endParaRPr lang="en-US" dirty="0"/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Unpacking lets the code show the shape of the data, instead of making the reader work it out from index numbers."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5967-938C-CA4A-95E3-093561CA64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72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an expression gets hard to read it should become a named function. If repetition occurs then the fix only needs to occur in </a:t>
            </a:r>
            <a:r>
              <a:rPr lang="en-US"/>
              <a:t>one plac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5967-938C-CA4A-95E3-093561CA64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32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provides compact syntax for deriving a new list from another sequence or </a:t>
            </a:r>
            <a:r>
              <a:rPr lang="en-US" dirty="0" err="1"/>
              <a:t>iterable</a:t>
            </a:r>
            <a:r>
              <a:rPr lang="en-US" dirty="0"/>
              <a:t>. </a:t>
            </a:r>
            <a:r>
              <a:rPr lang="en-US" dirty="0" err="1"/>
              <a:t>Im</a:t>
            </a:r>
            <a:r>
              <a:rPr lang="en-US" dirty="0"/>
              <a:t> showing dictionary comprehensions here that loops over each band so that each band becomes a key and the tuple returned by </a:t>
            </a:r>
            <a:r>
              <a:rPr lang="en-US" dirty="0" err="1"/>
              <a:t>load_filter</a:t>
            </a:r>
            <a:r>
              <a:rPr lang="en-US" dirty="0"/>
              <a:t> is its value of (wavelength, throughput). </a:t>
            </a:r>
          </a:p>
          <a:p>
            <a:endParaRPr lang="en-US" dirty="0"/>
          </a:p>
          <a:p>
            <a:r>
              <a:rPr lang="en-US" dirty="0"/>
              <a:t>Comprehensions are clearer than map and filter as they don’t require lambda expressions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 find this easier as its reads like a sentence: for each band, load its filter curve, easier to structure the data at hand</a:t>
            </a:r>
          </a:p>
          <a:p>
            <a:r>
              <a:rPr lang="en-US" dirty="0"/>
              <a:t>Filters is complete the moment it is created. In a loop there would be a point where it exists has half empty and later code could use it by mistake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5967-938C-CA4A-95E3-093561CA64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25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module and function should have a docstring, it should give a summary, explain the arguments and return values with any error raised. </a:t>
            </a:r>
          </a:p>
          <a:p>
            <a:endParaRPr lang="en-US" dirty="0"/>
          </a:p>
          <a:p>
            <a:r>
              <a:rPr lang="en-US" dirty="0"/>
              <a:t>It helps here as most scientific code fails on units, the docstring tells us what units to work in and if they are converted.</a:t>
            </a:r>
          </a:p>
          <a:p>
            <a:r>
              <a:rPr lang="en-US" dirty="0"/>
              <a:t>Python can read the docstrings back to the user __doc__ and –help to print them, as </a:t>
            </a:r>
            <a:r>
              <a:rPr lang="en-US" dirty="0" err="1"/>
              <a:t>argparse</a:t>
            </a:r>
            <a:r>
              <a:rPr lang="en-US" dirty="0"/>
              <a:t> uses the module docstring as a description, comments cannot do that</a:t>
            </a:r>
          </a:p>
          <a:p>
            <a:endParaRPr lang="en-US" dirty="0"/>
          </a:p>
          <a:p>
            <a:r>
              <a:rPr lang="en-US" dirty="0"/>
              <a:t>A docstring is for anyone using the function, making development easier as the docstring should tell the user about the function’s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5967-938C-CA4A-95E3-093561CA64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56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a * in the function signature so the arguments after it must be passed by name. wavs and </a:t>
            </a:r>
            <a:r>
              <a:rPr lang="en-US" dirty="0" err="1"/>
              <a:t>f_lambda</a:t>
            </a:r>
            <a:r>
              <a:rPr lang="en-US" dirty="0"/>
              <a:t> are both </a:t>
            </a:r>
            <a:r>
              <a:rPr lang="en-US" dirty="0" err="1"/>
              <a:t>numpy</a:t>
            </a:r>
            <a:r>
              <a:rPr lang="en-US" dirty="0"/>
              <a:t> arrays of the same length, if you were to swap them, the positional arguments would let it run without error and silently return physically wrong results. The * raises a type error immediately  and the call explains itself. </a:t>
            </a:r>
            <a:r>
              <a:rPr lang="en-US" dirty="0" err="1"/>
              <a:t>F_lambda</a:t>
            </a:r>
            <a:r>
              <a:rPr lang="en-US" dirty="0"/>
              <a:t> tells us the flux and the units, ensuring our units and axes are correct.</a:t>
            </a:r>
          </a:p>
          <a:p>
            <a:endParaRPr lang="en-US" dirty="0"/>
          </a:p>
          <a:p>
            <a:r>
              <a:rPr lang="en-US" dirty="0"/>
              <a:t>If two arguments could be swapped and still run, then name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85967-938C-CA4A-95E3-093561CA64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72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408BD-0554-D678-194B-16E367090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A35A0-ED4B-B81D-C86E-D694CA98C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2D1A5-6A5F-DD91-4158-888B5AE5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5D4E-47E2-5C4B-A44C-F5E610555D0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3B1B5-99CF-8413-49EE-44B3EA989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CE4A7-4E3D-6470-BF67-5A2EE1D48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7C03-D1BE-1B43-8165-6554D0043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DB1D4-CDF3-4C9E-343C-21780680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C74EF-49F2-68FB-8CAA-2E40A317C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9D7B3-AA97-2F65-A465-E0D717522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5D4E-47E2-5C4B-A44C-F5E610555D0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8BFE4-4FBD-E298-6CFF-3FD32378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10FD6-EF4D-386D-C952-686E81AE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7C03-D1BE-1B43-8165-6554D0043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79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43A2-4C6C-DF9C-FAAD-CA31A5BD7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B65A3-3AE5-EB98-A008-42F1ADD44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B09A9-ED99-CFFD-2F71-DD44D2089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5D4E-47E2-5C4B-A44C-F5E610555D0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C82D8-E064-E600-3DED-BDD69FE8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47B1B-F93C-D122-E4F9-5D830513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7C03-D1BE-1B43-8165-6554D0043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59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8B38-86FE-2071-C8DB-F84556A9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8D29-658B-2947-32B9-74E7902963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A067B-6348-21D7-B586-B4EE03987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B5113-1AAD-F5F1-9BE2-1D593D59F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5D4E-47E2-5C4B-A44C-F5E610555D0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917F-1931-6FDF-B783-AC8431BE0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F5126-75D7-11AC-A6FC-5D1E85996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7C03-D1BE-1B43-8165-6554D0043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8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AB9DE-889F-5B0E-27F8-C5D5EF837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DC758-04EE-0A83-F094-96135A9A8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6FE34-496A-D08D-9015-D36271DB0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0FE71-8347-973C-FBBD-D211581B9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9B18DA-CAD6-45F3-8AE0-6ED21CEE5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ECDAC5-3A87-AC0F-05D6-21E6EB376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5D4E-47E2-5C4B-A44C-F5E610555D0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78F3AC-C03B-DEFE-3894-C92D96AE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8BE4B6-3737-B90B-838D-08A9E350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7C03-D1BE-1B43-8165-6554D0043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15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D6DF5-ADD5-5B15-A5CC-4C08E73C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D41369-5568-E115-54D1-547EA758C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5D4E-47E2-5C4B-A44C-F5E610555D0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3A935-8A5C-4640-4487-46E996C56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B87A7-EEA9-88C2-B3B6-6C0C9124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7C03-D1BE-1B43-8165-6554D0043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3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745916-DB8D-E471-05E9-769D1659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5D4E-47E2-5C4B-A44C-F5E610555D0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6A996F-8CF3-F19D-5870-76070B8A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79703-8A50-AA41-F10C-00AEB194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7C03-D1BE-1B43-8165-6554D0043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9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DCCF-028B-E8E3-F46B-8E0B28C91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66A0D-4C6F-0164-1A91-4EB6C7E0A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597F9-39AB-581A-5F57-0ECE328B0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10709-F950-E9B1-A9E2-DFD58778C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5D4E-47E2-5C4B-A44C-F5E610555D0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9790A-3C48-6A07-2FA3-E1F8C6EA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5342D-A4E9-42E4-2438-9FE2B5372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7C03-D1BE-1B43-8165-6554D0043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21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120CD-EF1A-072E-1DA6-6C2FB4C9A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EF798-A491-7C04-CEA6-99C50A3C740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8B347-D6BA-8C27-AF2F-19F3C408C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15191-A988-59DD-0755-D6ECB49F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5D4E-47E2-5C4B-A44C-F5E610555D0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3C7C8-7319-6485-9B26-E3F59BD07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E6C01-C07D-C056-8247-5E9431AA5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7C03-D1BE-1B43-8165-6554D0043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5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17F5-1224-CBC9-BF20-D64EDCE2A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5433A-01DD-2F7E-F698-D3296F819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868BA-E13D-163C-C3C5-43CAB0389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5D4E-47E2-5C4B-A44C-F5E610555D0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E309B-9DCC-7C29-E5FF-83744145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6B916-3914-96E4-1D92-7BC46B8E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7C03-D1BE-1B43-8165-6554D0043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57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B49A6-4BE5-857F-8536-D04F5B5449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E092F-EE88-36C6-C9F4-776FB71BA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5BBC4-669B-ADC5-9DFF-F93A7209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5D4E-47E2-5C4B-A44C-F5E610555D0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47BE0-EB40-BD2B-3A6F-20D92630D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2F1D5-A458-802F-253E-94C14B574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7C03-D1BE-1B43-8165-6554D0043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6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9EC0BE-EC22-7993-4B82-C34DBC75C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5EE7C-9501-B7C7-7AFE-A9E05C0D1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D6812-29E8-FCD1-D2D4-7CA694D6F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45D4E-47E2-5C4B-A44C-F5E610555D0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77B6E-F687-4558-556F-910285D3E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1E2F0-CDB3-4181-E8D0-2227E3E9D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7C03-D1BE-1B43-8165-6554D0043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20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936A-70EE-DB93-9BE9-ADBD39DB48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5 Ways to Write Better Python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E1133-EC6B-0C81-9E4C-27472D20EB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watching the Lyman break move through the LSST filters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75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1E61-0C1A-C1F2-0547-3FC5AAD9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1" y="409910"/>
            <a:ext cx="113538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Item 6: Prefer Multiple Assignment Unpacking Over</a:t>
            </a:r>
            <a:br>
              <a:rPr lang="en-GB" dirty="0"/>
            </a:br>
            <a:r>
              <a:rPr lang="en-GB" dirty="0"/>
              <a:t>Indexing</a:t>
            </a:r>
            <a:br>
              <a:rPr lang="en-GB" dirty="0"/>
            </a:b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D78DCB3-FEE3-988A-AD84-80AECF648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01662" y="4311561"/>
            <a:ext cx="7352276" cy="22190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459814-72D1-D6AF-EDA6-1B7BABC92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91" y="1528137"/>
            <a:ext cx="6167947" cy="2724623"/>
          </a:xfrm>
          <a:prstGeom prst="rect">
            <a:avLst/>
          </a:prstGeom>
        </p:spPr>
      </p:pic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29FF5B84-D673-D0B6-F7B1-FD70A8449203}"/>
              </a:ext>
            </a:extLst>
          </p:cNvPr>
          <p:cNvCxnSpPr>
            <a:cxnSpLocks/>
          </p:cNvCxnSpPr>
          <p:nvPr/>
        </p:nvCxnSpPr>
        <p:spPr>
          <a:xfrm>
            <a:off x="6865257" y="2546439"/>
            <a:ext cx="2365829" cy="1480457"/>
          </a:xfrm>
          <a:prstGeom prst="curvedConnector3">
            <a:avLst>
              <a:gd name="adj1" fmla="val 99080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437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B5791-6F83-A728-327B-C540397F5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801" y="256105"/>
            <a:ext cx="11748398" cy="1325563"/>
          </a:xfrm>
        </p:spPr>
        <p:txBody>
          <a:bodyPr/>
          <a:lstStyle/>
          <a:p>
            <a:r>
              <a:rPr lang="en-GB" dirty="0"/>
              <a:t>Item 5: Write Helper Functions Instead of Complex Expressions 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EE63118-E927-1FB5-D6F2-5E13FBD40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86999" y="3854003"/>
            <a:ext cx="5283200" cy="2311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BE6E774-803A-8C17-8EA3-8C6418B65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01" y="3854003"/>
            <a:ext cx="6310122" cy="2311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59CE7C-96D1-9FE9-95AC-17C425CBC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794748"/>
            <a:ext cx="7772400" cy="184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7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3937-B8A4-E577-5177-7BE4CD5A2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82" y="255397"/>
            <a:ext cx="11718036" cy="1325563"/>
          </a:xfrm>
        </p:spPr>
        <p:txBody>
          <a:bodyPr/>
          <a:lstStyle/>
          <a:p>
            <a:r>
              <a:rPr lang="en-GB" dirty="0"/>
              <a:t>Item 27: Use Comprehensions Instead of map</a:t>
            </a:r>
            <a:br>
              <a:rPr lang="en-GB" dirty="0"/>
            </a:br>
            <a:r>
              <a:rPr lang="en-GB" dirty="0"/>
              <a:t>and filter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EE9BE3-8B1E-F781-99C5-1627F3ACF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11318" y="4519803"/>
            <a:ext cx="6743700" cy="208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55C2C6-28FC-9F3D-F722-801FCDE83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01" y="1730168"/>
            <a:ext cx="6265418" cy="2640426"/>
          </a:xfrm>
          <a:prstGeom prst="rect">
            <a:avLst/>
          </a:prstGeom>
        </p:spPr>
      </p:pic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DDCDCB5E-E66A-853F-6440-C705FF31F2C1}"/>
              </a:ext>
            </a:extLst>
          </p:cNvPr>
          <p:cNvCxnSpPr>
            <a:cxnSpLocks/>
          </p:cNvCxnSpPr>
          <p:nvPr/>
        </p:nvCxnSpPr>
        <p:spPr>
          <a:xfrm>
            <a:off x="6865257" y="2656114"/>
            <a:ext cx="2365829" cy="1480457"/>
          </a:xfrm>
          <a:prstGeom prst="curvedConnector3">
            <a:avLst>
              <a:gd name="adj1" fmla="val 99080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18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342F-CA23-5716-0762-0F98ECED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28" y="320421"/>
            <a:ext cx="12858786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Item 84: Write Docstrings for Every Function,</a:t>
            </a:r>
            <a:br>
              <a:rPr lang="en-GB" dirty="0"/>
            </a:br>
            <a:r>
              <a:rPr lang="en-GB" dirty="0"/>
              <a:t>Class, and Module</a:t>
            </a:r>
            <a:br>
              <a:rPr lang="en-GB" dirty="0"/>
            </a:b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E7FCCA-2387-ECC2-3060-6D547483B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4154" y="1546138"/>
            <a:ext cx="7487161" cy="499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56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6F02-537A-9EFD-9616-5C70EF5F0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72" y="255397"/>
            <a:ext cx="11634216" cy="1325563"/>
          </a:xfrm>
        </p:spPr>
        <p:txBody>
          <a:bodyPr>
            <a:normAutofit/>
          </a:bodyPr>
          <a:lstStyle/>
          <a:p>
            <a:r>
              <a:rPr lang="en-GB" dirty="0"/>
              <a:t>Item 25: Enforce Clarity with Keyword-Only and</a:t>
            </a:r>
            <a:br>
              <a:rPr lang="en-GB" dirty="0"/>
            </a:br>
            <a:r>
              <a:rPr lang="en-GB" dirty="0"/>
              <a:t>Positional-Only Arguments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7FEF5A-D9EF-D7E8-E5E2-6F179F50A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3678" y="1739519"/>
            <a:ext cx="5549900" cy="25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E8B1ED-1235-7E39-4391-F8334FAD5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602" y="4438079"/>
            <a:ext cx="7772400" cy="201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79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305</TotalTime>
  <Words>583</Words>
  <Application>Microsoft Macintosh PowerPoint</Application>
  <PresentationFormat>Widescreen</PresentationFormat>
  <Paragraphs>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5 Ways to Write Better Python</vt:lpstr>
      <vt:lpstr>Item 6: Prefer Multiple Assignment Unpacking Over Indexing </vt:lpstr>
      <vt:lpstr>Item 5: Write Helper Functions Instead of Complex Expressions </vt:lpstr>
      <vt:lpstr>Item 27: Use Comprehensions Instead of map and filter</vt:lpstr>
      <vt:lpstr>Item 84: Write Docstrings for Every Function, Class, and Module </vt:lpstr>
      <vt:lpstr>Item 25: Enforce Clarity with Keyword-Only and Positional-Only Arguments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Rosa Roberts</dc:creator>
  <cp:lastModifiedBy>Rosa Roberts</cp:lastModifiedBy>
  <cp:revision>11</cp:revision>
  <dcterms:created xsi:type="dcterms:W3CDTF">2026-10-05T16:05:58Z</dcterms:created>
  <dcterms:modified xsi:type="dcterms:W3CDTF">2026-10-06T14:55:57Z</dcterms:modified>
</cp:coreProperties>
</file>